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73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shali Sonanis" userId="0daaaab4af2c05f1" providerId="LiveId" clId="{6697AB85-906A-4E89-B76B-0AA369ED93DE}"/>
    <pc:docChg chg="modSld">
      <pc:chgData name="vaishali Sonanis" userId="0daaaab4af2c05f1" providerId="LiveId" clId="{6697AB85-906A-4E89-B76B-0AA369ED93DE}" dt="2026-04-22T04:52:36.051" v="2" actId="6549"/>
      <pc:docMkLst>
        <pc:docMk/>
      </pc:docMkLst>
      <pc:sldChg chg="modSp mod">
        <pc:chgData name="vaishali Sonanis" userId="0daaaab4af2c05f1" providerId="LiveId" clId="{6697AB85-906A-4E89-B76B-0AA369ED93DE}" dt="2026-04-22T04:52:36.051" v="2" actId="6549"/>
        <pc:sldMkLst>
          <pc:docMk/>
          <pc:sldMk cId="0" sldId="256"/>
        </pc:sldMkLst>
        <pc:spChg chg="mod">
          <ac:chgData name="vaishali Sonanis" userId="0daaaab4af2c05f1" providerId="LiveId" clId="{6697AB85-906A-4E89-B76B-0AA369ED93DE}" dt="2026-04-22T04:52:36.051" v="2" actId="6549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46F14C-CA57-44D7-88A2-41839B8F65D8}" type="doc">
      <dgm:prSet loTypeId="urn:microsoft.com/office/officeart/2005/8/layout/gear1" loCatId="relationship" qsTypeId="urn:microsoft.com/office/officeart/2005/8/quickstyle/simple1" qsCatId="simple" csTypeId="urn:microsoft.com/office/officeart/2005/8/colors/accent1_2" csCatId="accent1" phldr="1"/>
      <dgm:spPr/>
    </dgm:pt>
    <dgm:pt modelId="{D4B7F56B-B693-4DE7-87BD-DC58DEC77A7C}">
      <dgm:prSet phldrT="[Text]"/>
      <dgm:spPr/>
      <dgm:t>
        <a:bodyPr/>
        <a:lstStyle/>
        <a:p>
          <a:r>
            <a:rPr lang="en-US" dirty="0"/>
            <a:t>Practice</a:t>
          </a:r>
          <a:endParaRPr lang="en-IN" dirty="0"/>
        </a:p>
      </dgm:t>
    </dgm:pt>
    <dgm:pt modelId="{CFD960E2-6A4D-4330-93F4-C062E1AD685E}" type="parTrans" cxnId="{049EA069-BB23-4106-85F8-45686C3501EE}">
      <dgm:prSet/>
      <dgm:spPr/>
      <dgm:t>
        <a:bodyPr/>
        <a:lstStyle/>
        <a:p>
          <a:endParaRPr lang="en-IN"/>
        </a:p>
      </dgm:t>
    </dgm:pt>
    <dgm:pt modelId="{DEA1BD7A-4AA9-4759-A6F6-1A8E5D5DC632}" type="sibTrans" cxnId="{049EA069-BB23-4106-85F8-45686C3501EE}">
      <dgm:prSet/>
      <dgm:spPr/>
      <dgm:t>
        <a:bodyPr/>
        <a:lstStyle/>
        <a:p>
          <a:endParaRPr lang="en-IN"/>
        </a:p>
      </dgm:t>
    </dgm:pt>
    <dgm:pt modelId="{F380B139-CBA8-42A9-8454-6BFFDF4B42A8}">
      <dgm:prSet phldrT="[Text]"/>
      <dgm:spPr/>
      <dgm:t>
        <a:bodyPr/>
        <a:lstStyle/>
        <a:p>
          <a:r>
            <a:rPr lang="en-US" dirty="0"/>
            <a:t>Repeat</a:t>
          </a:r>
          <a:endParaRPr lang="en-IN" dirty="0"/>
        </a:p>
      </dgm:t>
    </dgm:pt>
    <dgm:pt modelId="{7D2B5694-A41D-4ABC-91C3-53F606F299F1}" type="parTrans" cxnId="{E3581625-1DBF-41A8-A915-9965EAF8438A}">
      <dgm:prSet/>
      <dgm:spPr/>
      <dgm:t>
        <a:bodyPr/>
        <a:lstStyle/>
        <a:p>
          <a:endParaRPr lang="en-IN"/>
        </a:p>
      </dgm:t>
    </dgm:pt>
    <dgm:pt modelId="{D4E40678-47B2-474B-8A68-450B138E9E2B}" type="sibTrans" cxnId="{E3581625-1DBF-41A8-A915-9965EAF8438A}">
      <dgm:prSet/>
      <dgm:spPr/>
      <dgm:t>
        <a:bodyPr/>
        <a:lstStyle/>
        <a:p>
          <a:endParaRPr lang="en-IN"/>
        </a:p>
      </dgm:t>
    </dgm:pt>
    <dgm:pt modelId="{2FBFBD46-850B-4071-A194-6EC9E5312428}">
      <dgm:prSet phldrT="[Text]"/>
      <dgm:spPr/>
      <dgm:t>
        <a:bodyPr/>
        <a:lstStyle/>
        <a:p>
          <a:r>
            <a:rPr lang="en-US" dirty="0"/>
            <a:t>learn</a:t>
          </a:r>
          <a:endParaRPr lang="en-IN" dirty="0"/>
        </a:p>
      </dgm:t>
    </dgm:pt>
    <dgm:pt modelId="{E536066D-BA31-487E-BE9A-DD7EAE07BDEA}" type="parTrans" cxnId="{832DC077-DC90-4834-B9AE-373338CBAD96}">
      <dgm:prSet/>
      <dgm:spPr/>
      <dgm:t>
        <a:bodyPr/>
        <a:lstStyle/>
        <a:p>
          <a:endParaRPr lang="en-IN"/>
        </a:p>
      </dgm:t>
    </dgm:pt>
    <dgm:pt modelId="{33158BC8-5E08-4694-9F02-48978DD4D8C9}" type="sibTrans" cxnId="{832DC077-DC90-4834-B9AE-373338CBAD96}">
      <dgm:prSet/>
      <dgm:spPr/>
      <dgm:t>
        <a:bodyPr/>
        <a:lstStyle/>
        <a:p>
          <a:endParaRPr lang="en-IN"/>
        </a:p>
      </dgm:t>
    </dgm:pt>
    <dgm:pt modelId="{18FDE0F0-CC5B-41BC-9C37-E1EDEFDEE670}" type="pres">
      <dgm:prSet presAssocID="{0446F14C-CA57-44D7-88A2-41839B8F65D8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DFB23FBA-9DBE-48B4-B8C7-971F68A37FE7}" type="pres">
      <dgm:prSet presAssocID="{D4B7F56B-B693-4DE7-87BD-DC58DEC77A7C}" presName="gear1" presStyleLbl="node1" presStyleIdx="0" presStyleCnt="3">
        <dgm:presLayoutVars>
          <dgm:chMax val="1"/>
          <dgm:bulletEnabled val="1"/>
        </dgm:presLayoutVars>
      </dgm:prSet>
      <dgm:spPr/>
    </dgm:pt>
    <dgm:pt modelId="{223891B5-CF2D-4367-B0E1-557D78EADAF9}" type="pres">
      <dgm:prSet presAssocID="{D4B7F56B-B693-4DE7-87BD-DC58DEC77A7C}" presName="gear1srcNode" presStyleLbl="node1" presStyleIdx="0" presStyleCnt="3"/>
      <dgm:spPr/>
    </dgm:pt>
    <dgm:pt modelId="{E3A2D0AC-351A-4B72-81B9-6DC8268079E4}" type="pres">
      <dgm:prSet presAssocID="{D4B7F56B-B693-4DE7-87BD-DC58DEC77A7C}" presName="gear1dstNode" presStyleLbl="node1" presStyleIdx="0" presStyleCnt="3"/>
      <dgm:spPr/>
    </dgm:pt>
    <dgm:pt modelId="{EC2E1CA3-A489-4D0E-B99D-C2AFAF2ACF18}" type="pres">
      <dgm:prSet presAssocID="{F380B139-CBA8-42A9-8454-6BFFDF4B42A8}" presName="gear2" presStyleLbl="node1" presStyleIdx="1" presStyleCnt="3">
        <dgm:presLayoutVars>
          <dgm:chMax val="1"/>
          <dgm:bulletEnabled val="1"/>
        </dgm:presLayoutVars>
      </dgm:prSet>
      <dgm:spPr/>
    </dgm:pt>
    <dgm:pt modelId="{3F08A371-0C74-42D0-AF47-AA6A92F11361}" type="pres">
      <dgm:prSet presAssocID="{F380B139-CBA8-42A9-8454-6BFFDF4B42A8}" presName="gear2srcNode" presStyleLbl="node1" presStyleIdx="1" presStyleCnt="3"/>
      <dgm:spPr/>
    </dgm:pt>
    <dgm:pt modelId="{CC7FF5ED-AF85-4E5B-94E2-808E91F655C5}" type="pres">
      <dgm:prSet presAssocID="{F380B139-CBA8-42A9-8454-6BFFDF4B42A8}" presName="gear2dstNode" presStyleLbl="node1" presStyleIdx="1" presStyleCnt="3"/>
      <dgm:spPr/>
    </dgm:pt>
    <dgm:pt modelId="{FA28AD1F-0EF3-4420-8ADC-F71B9E1CCD56}" type="pres">
      <dgm:prSet presAssocID="{2FBFBD46-850B-4071-A194-6EC9E5312428}" presName="gear3" presStyleLbl="node1" presStyleIdx="2" presStyleCnt="3" custLinFactNeighborX="-5651" custLinFactNeighborY="0"/>
      <dgm:spPr/>
    </dgm:pt>
    <dgm:pt modelId="{48B95C4C-6C3C-46AF-9A94-940CA5A0728D}" type="pres">
      <dgm:prSet presAssocID="{2FBFBD46-850B-4071-A194-6EC9E5312428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7E2BE5B8-FACD-4480-BC0A-E1FFCC257C19}" type="pres">
      <dgm:prSet presAssocID="{2FBFBD46-850B-4071-A194-6EC9E5312428}" presName="gear3srcNode" presStyleLbl="node1" presStyleIdx="2" presStyleCnt="3"/>
      <dgm:spPr/>
    </dgm:pt>
    <dgm:pt modelId="{A5636ADD-F1E6-43B0-8D92-EB678BAAC201}" type="pres">
      <dgm:prSet presAssocID="{2FBFBD46-850B-4071-A194-6EC9E5312428}" presName="gear3dstNode" presStyleLbl="node1" presStyleIdx="2" presStyleCnt="3"/>
      <dgm:spPr/>
    </dgm:pt>
    <dgm:pt modelId="{6A4808FD-F2AA-4CDB-9C98-00ED64B3E369}" type="pres">
      <dgm:prSet presAssocID="{DEA1BD7A-4AA9-4759-A6F6-1A8E5D5DC632}" presName="connector1" presStyleLbl="sibTrans2D1" presStyleIdx="0" presStyleCnt="3"/>
      <dgm:spPr/>
    </dgm:pt>
    <dgm:pt modelId="{AEE74899-1C14-41D7-B928-A1C5F47A5340}" type="pres">
      <dgm:prSet presAssocID="{D4E40678-47B2-474B-8A68-450B138E9E2B}" presName="connector2" presStyleLbl="sibTrans2D1" presStyleIdx="1" presStyleCnt="3"/>
      <dgm:spPr/>
    </dgm:pt>
    <dgm:pt modelId="{18F34E43-EDBD-4943-AAE8-1D41A8687EBD}" type="pres">
      <dgm:prSet presAssocID="{33158BC8-5E08-4694-9F02-48978DD4D8C9}" presName="connector3" presStyleLbl="sibTrans2D1" presStyleIdx="2" presStyleCnt="3"/>
      <dgm:spPr/>
    </dgm:pt>
  </dgm:ptLst>
  <dgm:cxnLst>
    <dgm:cxn modelId="{4AE2F20B-2AB3-465E-B937-1C61EA135E61}" type="presOf" srcId="{33158BC8-5E08-4694-9F02-48978DD4D8C9}" destId="{18F34E43-EDBD-4943-AAE8-1D41A8687EBD}" srcOrd="0" destOrd="0" presId="urn:microsoft.com/office/officeart/2005/8/layout/gear1"/>
    <dgm:cxn modelId="{E3581625-1DBF-41A8-A915-9965EAF8438A}" srcId="{0446F14C-CA57-44D7-88A2-41839B8F65D8}" destId="{F380B139-CBA8-42A9-8454-6BFFDF4B42A8}" srcOrd="1" destOrd="0" parTransId="{7D2B5694-A41D-4ABC-91C3-53F606F299F1}" sibTransId="{D4E40678-47B2-474B-8A68-450B138E9E2B}"/>
    <dgm:cxn modelId="{A5F10227-261D-4C23-8787-0172A7B9F8A4}" type="presOf" srcId="{0446F14C-CA57-44D7-88A2-41839B8F65D8}" destId="{18FDE0F0-CC5B-41BC-9C37-E1EDEFDEE670}" srcOrd="0" destOrd="0" presId="urn:microsoft.com/office/officeart/2005/8/layout/gear1"/>
    <dgm:cxn modelId="{B7F2D529-1B0F-4DC3-93C3-6F03B316F0B2}" type="presOf" srcId="{2FBFBD46-850B-4071-A194-6EC9E5312428}" destId="{FA28AD1F-0EF3-4420-8ADC-F71B9E1CCD56}" srcOrd="0" destOrd="0" presId="urn:microsoft.com/office/officeart/2005/8/layout/gear1"/>
    <dgm:cxn modelId="{39EF772C-BEFB-4890-B976-8A17E33BE97E}" type="presOf" srcId="{2FBFBD46-850B-4071-A194-6EC9E5312428}" destId="{48B95C4C-6C3C-46AF-9A94-940CA5A0728D}" srcOrd="1" destOrd="0" presId="urn:microsoft.com/office/officeart/2005/8/layout/gear1"/>
    <dgm:cxn modelId="{049EA069-BB23-4106-85F8-45686C3501EE}" srcId="{0446F14C-CA57-44D7-88A2-41839B8F65D8}" destId="{D4B7F56B-B693-4DE7-87BD-DC58DEC77A7C}" srcOrd="0" destOrd="0" parTransId="{CFD960E2-6A4D-4330-93F4-C062E1AD685E}" sibTransId="{DEA1BD7A-4AA9-4759-A6F6-1A8E5D5DC632}"/>
    <dgm:cxn modelId="{3042054B-CDBA-41A7-83DC-28DA002F0F50}" type="presOf" srcId="{D4B7F56B-B693-4DE7-87BD-DC58DEC77A7C}" destId="{E3A2D0AC-351A-4B72-81B9-6DC8268079E4}" srcOrd="2" destOrd="0" presId="urn:microsoft.com/office/officeart/2005/8/layout/gear1"/>
    <dgm:cxn modelId="{832DC077-DC90-4834-B9AE-373338CBAD96}" srcId="{0446F14C-CA57-44D7-88A2-41839B8F65D8}" destId="{2FBFBD46-850B-4071-A194-6EC9E5312428}" srcOrd="2" destOrd="0" parTransId="{E536066D-BA31-487E-BE9A-DD7EAE07BDEA}" sibTransId="{33158BC8-5E08-4694-9F02-48978DD4D8C9}"/>
    <dgm:cxn modelId="{44804E80-819C-4FE7-B031-DFCC50010031}" type="presOf" srcId="{F380B139-CBA8-42A9-8454-6BFFDF4B42A8}" destId="{EC2E1CA3-A489-4D0E-B99D-C2AFAF2ACF18}" srcOrd="0" destOrd="0" presId="urn:microsoft.com/office/officeart/2005/8/layout/gear1"/>
    <dgm:cxn modelId="{CA640B89-3FE2-4F39-BFB0-854A4752F4E7}" type="presOf" srcId="{F380B139-CBA8-42A9-8454-6BFFDF4B42A8}" destId="{3F08A371-0C74-42D0-AF47-AA6A92F11361}" srcOrd="1" destOrd="0" presId="urn:microsoft.com/office/officeart/2005/8/layout/gear1"/>
    <dgm:cxn modelId="{4354628C-A70D-4132-8362-CBF4BF9C1C7A}" type="presOf" srcId="{2FBFBD46-850B-4071-A194-6EC9E5312428}" destId="{A5636ADD-F1E6-43B0-8D92-EB678BAAC201}" srcOrd="3" destOrd="0" presId="urn:microsoft.com/office/officeart/2005/8/layout/gear1"/>
    <dgm:cxn modelId="{21794A8E-2F4B-4615-A414-3D36FAA278CD}" type="presOf" srcId="{2FBFBD46-850B-4071-A194-6EC9E5312428}" destId="{7E2BE5B8-FACD-4480-BC0A-E1FFCC257C19}" srcOrd="2" destOrd="0" presId="urn:microsoft.com/office/officeart/2005/8/layout/gear1"/>
    <dgm:cxn modelId="{47B3E9AC-C024-47CE-B204-A5C80A53D1FF}" type="presOf" srcId="{D4B7F56B-B693-4DE7-87BD-DC58DEC77A7C}" destId="{223891B5-CF2D-4367-B0E1-557D78EADAF9}" srcOrd="1" destOrd="0" presId="urn:microsoft.com/office/officeart/2005/8/layout/gear1"/>
    <dgm:cxn modelId="{5160ABCC-D6F5-4D55-8C08-68C2F40D5DF5}" type="presOf" srcId="{D4B7F56B-B693-4DE7-87BD-DC58DEC77A7C}" destId="{DFB23FBA-9DBE-48B4-B8C7-971F68A37FE7}" srcOrd="0" destOrd="0" presId="urn:microsoft.com/office/officeart/2005/8/layout/gear1"/>
    <dgm:cxn modelId="{EC478BDC-4E9F-4B8A-B316-5C9E01D534CB}" type="presOf" srcId="{DEA1BD7A-4AA9-4759-A6F6-1A8E5D5DC632}" destId="{6A4808FD-F2AA-4CDB-9C98-00ED64B3E369}" srcOrd="0" destOrd="0" presId="urn:microsoft.com/office/officeart/2005/8/layout/gear1"/>
    <dgm:cxn modelId="{BD168EDD-3775-4C5E-9699-FD8D988B848A}" type="presOf" srcId="{D4E40678-47B2-474B-8A68-450B138E9E2B}" destId="{AEE74899-1C14-41D7-B928-A1C5F47A5340}" srcOrd="0" destOrd="0" presId="urn:microsoft.com/office/officeart/2005/8/layout/gear1"/>
    <dgm:cxn modelId="{FBEEEDE9-C625-4508-8558-D5F9E73FF018}" type="presOf" srcId="{F380B139-CBA8-42A9-8454-6BFFDF4B42A8}" destId="{CC7FF5ED-AF85-4E5B-94E2-808E91F655C5}" srcOrd="2" destOrd="0" presId="urn:microsoft.com/office/officeart/2005/8/layout/gear1"/>
    <dgm:cxn modelId="{903E09B2-8F6C-45F4-86B8-79FA2425CCC3}" type="presParOf" srcId="{18FDE0F0-CC5B-41BC-9C37-E1EDEFDEE670}" destId="{DFB23FBA-9DBE-48B4-B8C7-971F68A37FE7}" srcOrd="0" destOrd="0" presId="urn:microsoft.com/office/officeart/2005/8/layout/gear1"/>
    <dgm:cxn modelId="{95FC0E91-42EF-4E2F-B353-FD699CCE42EF}" type="presParOf" srcId="{18FDE0F0-CC5B-41BC-9C37-E1EDEFDEE670}" destId="{223891B5-CF2D-4367-B0E1-557D78EADAF9}" srcOrd="1" destOrd="0" presId="urn:microsoft.com/office/officeart/2005/8/layout/gear1"/>
    <dgm:cxn modelId="{8373F437-BA34-4C4A-8429-FEAF0F9595AA}" type="presParOf" srcId="{18FDE0F0-CC5B-41BC-9C37-E1EDEFDEE670}" destId="{E3A2D0AC-351A-4B72-81B9-6DC8268079E4}" srcOrd="2" destOrd="0" presId="urn:microsoft.com/office/officeart/2005/8/layout/gear1"/>
    <dgm:cxn modelId="{000EFE47-76E3-42F4-B886-72494BA4114B}" type="presParOf" srcId="{18FDE0F0-CC5B-41BC-9C37-E1EDEFDEE670}" destId="{EC2E1CA3-A489-4D0E-B99D-C2AFAF2ACF18}" srcOrd="3" destOrd="0" presId="urn:microsoft.com/office/officeart/2005/8/layout/gear1"/>
    <dgm:cxn modelId="{21A2D961-10DD-4A7A-B8D1-A35A94ED1574}" type="presParOf" srcId="{18FDE0F0-CC5B-41BC-9C37-E1EDEFDEE670}" destId="{3F08A371-0C74-42D0-AF47-AA6A92F11361}" srcOrd="4" destOrd="0" presId="urn:microsoft.com/office/officeart/2005/8/layout/gear1"/>
    <dgm:cxn modelId="{014373BF-C68B-4165-8769-62663EAAEFCD}" type="presParOf" srcId="{18FDE0F0-CC5B-41BC-9C37-E1EDEFDEE670}" destId="{CC7FF5ED-AF85-4E5B-94E2-808E91F655C5}" srcOrd="5" destOrd="0" presId="urn:microsoft.com/office/officeart/2005/8/layout/gear1"/>
    <dgm:cxn modelId="{AF7A9F44-AECF-4234-80D8-96B2671D5FD8}" type="presParOf" srcId="{18FDE0F0-CC5B-41BC-9C37-E1EDEFDEE670}" destId="{FA28AD1F-0EF3-4420-8ADC-F71B9E1CCD56}" srcOrd="6" destOrd="0" presId="urn:microsoft.com/office/officeart/2005/8/layout/gear1"/>
    <dgm:cxn modelId="{B89A6DEB-223C-4546-B6EA-4F24E8600D59}" type="presParOf" srcId="{18FDE0F0-CC5B-41BC-9C37-E1EDEFDEE670}" destId="{48B95C4C-6C3C-46AF-9A94-940CA5A0728D}" srcOrd="7" destOrd="0" presId="urn:microsoft.com/office/officeart/2005/8/layout/gear1"/>
    <dgm:cxn modelId="{7EE32751-5AFE-4197-B3B2-537A4329E772}" type="presParOf" srcId="{18FDE0F0-CC5B-41BC-9C37-E1EDEFDEE670}" destId="{7E2BE5B8-FACD-4480-BC0A-E1FFCC257C19}" srcOrd="8" destOrd="0" presId="urn:microsoft.com/office/officeart/2005/8/layout/gear1"/>
    <dgm:cxn modelId="{9DF3E486-B277-4382-A914-2B177FD351D3}" type="presParOf" srcId="{18FDE0F0-CC5B-41BC-9C37-E1EDEFDEE670}" destId="{A5636ADD-F1E6-43B0-8D92-EB678BAAC201}" srcOrd="9" destOrd="0" presId="urn:microsoft.com/office/officeart/2005/8/layout/gear1"/>
    <dgm:cxn modelId="{031678EC-7FE1-48B5-B9C9-7110AABE85D7}" type="presParOf" srcId="{18FDE0F0-CC5B-41BC-9C37-E1EDEFDEE670}" destId="{6A4808FD-F2AA-4CDB-9C98-00ED64B3E369}" srcOrd="10" destOrd="0" presId="urn:microsoft.com/office/officeart/2005/8/layout/gear1"/>
    <dgm:cxn modelId="{E2F2BB55-50C2-4370-8153-B9099A8EF0E2}" type="presParOf" srcId="{18FDE0F0-CC5B-41BC-9C37-E1EDEFDEE670}" destId="{AEE74899-1C14-41D7-B928-A1C5F47A5340}" srcOrd="11" destOrd="0" presId="urn:microsoft.com/office/officeart/2005/8/layout/gear1"/>
    <dgm:cxn modelId="{C50C6F0C-66E8-4CD3-8290-99F432D824D1}" type="presParOf" srcId="{18FDE0F0-CC5B-41BC-9C37-E1EDEFDEE670}" destId="{18F34E43-EDBD-4943-AAE8-1D41A8687EBD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B23FBA-9DBE-48B4-B8C7-971F68A37FE7}">
      <dsp:nvSpPr>
        <dsp:cNvPr id="0" name=""/>
        <dsp:cNvSpPr/>
      </dsp:nvSpPr>
      <dsp:spPr>
        <a:xfrm>
          <a:off x="3698259" y="1989510"/>
          <a:ext cx="2431624" cy="2431624"/>
        </a:xfrm>
        <a:prstGeom prst="gear9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Practice</a:t>
          </a:r>
          <a:endParaRPr lang="en-IN" sz="2200" kern="1200" dirty="0"/>
        </a:p>
      </dsp:txBody>
      <dsp:txXfrm>
        <a:off x="4187124" y="2559106"/>
        <a:ext cx="1453894" cy="1249905"/>
      </dsp:txXfrm>
    </dsp:sp>
    <dsp:sp modelId="{EC2E1CA3-A489-4D0E-B99D-C2AFAF2ACF18}">
      <dsp:nvSpPr>
        <dsp:cNvPr id="0" name=""/>
        <dsp:cNvSpPr/>
      </dsp:nvSpPr>
      <dsp:spPr>
        <a:xfrm>
          <a:off x="2283496" y="1414763"/>
          <a:ext cx="1768454" cy="1768454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Repeat</a:t>
          </a:r>
          <a:endParaRPr lang="en-IN" sz="2200" kern="1200" dirty="0"/>
        </a:p>
      </dsp:txBody>
      <dsp:txXfrm>
        <a:off x="2728710" y="1862667"/>
        <a:ext cx="878026" cy="872646"/>
      </dsp:txXfrm>
    </dsp:sp>
    <dsp:sp modelId="{FA28AD1F-0EF3-4420-8ADC-F71B9E1CCD56}">
      <dsp:nvSpPr>
        <dsp:cNvPr id="0" name=""/>
        <dsp:cNvSpPr/>
      </dsp:nvSpPr>
      <dsp:spPr>
        <a:xfrm rot="20700000">
          <a:off x="3154088" y="194710"/>
          <a:ext cx="1732723" cy="1732723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learn</a:t>
          </a:r>
          <a:endParaRPr lang="en-IN" sz="2200" kern="1200" dirty="0"/>
        </a:p>
      </dsp:txBody>
      <dsp:txXfrm rot="-20700000">
        <a:off x="3534125" y="574747"/>
        <a:ext cx="972649" cy="972649"/>
      </dsp:txXfrm>
    </dsp:sp>
    <dsp:sp modelId="{6A4808FD-F2AA-4CDB-9C98-00ED64B3E369}">
      <dsp:nvSpPr>
        <dsp:cNvPr id="0" name=""/>
        <dsp:cNvSpPr/>
      </dsp:nvSpPr>
      <dsp:spPr>
        <a:xfrm>
          <a:off x="3513778" y="1621163"/>
          <a:ext cx="3112479" cy="3112479"/>
        </a:xfrm>
        <a:prstGeom prst="circularArrow">
          <a:avLst>
            <a:gd name="adj1" fmla="val 4688"/>
            <a:gd name="adj2" fmla="val 299029"/>
            <a:gd name="adj3" fmla="val 2521361"/>
            <a:gd name="adj4" fmla="val 15850130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E74899-1C14-41D7-B928-A1C5F47A5340}">
      <dsp:nvSpPr>
        <dsp:cNvPr id="0" name=""/>
        <dsp:cNvSpPr/>
      </dsp:nvSpPr>
      <dsp:spPr>
        <a:xfrm>
          <a:off x="1970306" y="1022497"/>
          <a:ext cx="2261410" cy="2261410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F34E43-EDBD-4943-AAE8-1D41A8687EBD}">
      <dsp:nvSpPr>
        <dsp:cNvPr id="0" name=""/>
        <dsp:cNvSpPr/>
      </dsp:nvSpPr>
      <dsp:spPr>
        <a:xfrm>
          <a:off x="2873213" y="-185794"/>
          <a:ext cx="2438255" cy="2438255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9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051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39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448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898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644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807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6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013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093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1375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70977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9642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9003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1940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0040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091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6477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Installing JDK &amp; Configuring Environment Variables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Java Development Kit Setup for Beginners</a:t>
            </a:r>
            <a:r>
              <a:rPr lang="en-US" dirty="0"/>
              <a:t>(Topic 1)</a:t>
            </a:r>
            <a:endParaRPr dirty="0"/>
          </a:p>
          <a:p>
            <a:r>
              <a:rPr dirty="0"/>
              <a:t>Trainer: </a:t>
            </a:r>
            <a:r>
              <a:rPr lang="en-US" dirty="0"/>
              <a:t>Vaishali Sonanis</a:t>
            </a:r>
            <a:r>
              <a:rPr dirty="0"/>
              <a:t>|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What is JDK?</a:t>
            </a:r>
          </a:p>
          <a:p>
            <a:r>
              <a:t>Why do we need to install it?</a:t>
            </a:r>
          </a:p>
          <a:p>
            <a:r>
              <a:t>What are PATH and CLASSPATH?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Downloading JDK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Visit: https://www.oracle.com/java/technologies/javase-downloads.html</a:t>
            </a:r>
          </a:p>
          <a:p>
            <a:r>
              <a:t>Choose appropriate version (JDK 17/21)</a:t>
            </a:r>
          </a:p>
          <a:p>
            <a:r>
              <a:t>Select installer based on OS (Windows/Mac/Linux)</a:t>
            </a:r>
          </a:p>
          <a:p>
            <a:r>
              <a:t>Click on the installer link and download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Installing JDK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Run the downloaded installer</a:t>
            </a:r>
          </a:p>
          <a:p>
            <a:r>
              <a:t>Accept license agreement</a:t>
            </a:r>
          </a:p>
          <a:p>
            <a:r>
              <a:t>Choose installation directory</a:t>
            </a:r>
          </a:p>
          <a:p>
            <a:r>
              <a:t>Click 'Next' to install and complete setup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Setting Environment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/>
          </a:p>
          <a:p>
            <a:r>
              <a:t>Right-click 'This PC' &gt; Properties &gt; Advanced system settings</a:t>
            </a:r>
          </a:p>
          <a:p>
            <a:r>
              <a:t>Go to Environment Variables</a:t>
            </a:r>
          </a:p>
          <a:p>
            <a:r>
              <a:t>Edit 'PATH': Add 'C:\Program Files\Java\jdk-&lt;version&gt;\bin'</a:t>
            </a:r>
          </a:p>
          <a:p>
            <a:r>
              <a:t>Add CLASSPATH (optional): .;C:\Program Files\Java\jdk-&lt;version&gt;\lib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Verifying the 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Open CMD or Terminal</a:t>
            </a:r>
          </a:p>
          <a:p>
            <a:r>
              <a:t>Run: java -version</a:t>
            </a:r>
          </a:p>
          <a:p>
            <a:r>
              <a:t>Run: javac -version</a:t>
            </a:r>
          </a:p>
          <a:p>
            <a:r>
              <a:t>Ensure version info is displayed without errors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Issues &amp; Fixes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'javac' not recognized: Check if PATH is correctly set</a:t>
            </a:r>
          </a:p>
          <a:p>
            <a:r>
              <a:t>Wrong JDK version: Reinstall or set correct path</a:t>
            </a:r>
          </a:p>
          <a:p>
            <a:r>
              <a:t>Typo in variable names: Verify PATH and CLASSPATH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/>
          </a:p>
          <a:p>
            <a:r>
              <a:t>Install JDK and configure environment variables</a:t>
            </a:r>
          </a:p>
          <a:p>
            <a:r>
              <a:t>Create a Java file: Hello.java</a:t>
            </a:r>
          </a:p>
          <a:p>
            <a:r>
              <a:t>Code:</a:t>
            </a:r>
            <a:br/>
            <a:r>
              <a:t>public class Hello {</a:t>
            </a:r>
            <a:br/>
            <a:r>
              <a:t>  public static void main(String[] args) {</a:t>
            </a:r>
            <a:br/>
            <a:r>
              <a:t>    System.out.println("Hello, Java!");</a:t>
            </a:r>
            <a:br/>
            <a:r>
              <a:t>  }</a:t>
            </a:r>
            <a:br/>
            <a:r>
              <a:t>}</a:t>
            </a:r>
          </a:p>
          <a:p>
            <a:r>
              <a:t>Compile and run the program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JDK Installation steps</a:t>
            </a:r>
          </a:p>
          <a:p>
            <a:r>
              <a:t>Configuring PATH and CLASSPATH</a:t>
            </a:r>
          </a:p>
          <a:p>
            <a:r>
              <a:t>How to verify setup and fix issues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Support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759046-A9AE-7981-5BA0-8C87D597ECD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-208638" y="1934693"/>
          <a:ext cx="7838632" cy="44211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22</TotalTime>
  <Words>292</Words>
  <Application>Microsoft Office PowerPoint</Application>
  <PresentationFormat>On-screen Show (4:3)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Tw Cen MT</vt:lpstr>
      <vt:lpstr>Circuit</vt:lpstr>
      <vt:lpstr>Installing JDK &amp; Configuring Environment Variables</vt:lpstr>
      <vt:lpstr>Introduction</vt:lpstr>
      <vt:lpstr>Downloading JDK</vt:lpstr>
      <vt:lpstr>Installing JDK</vt:lpstr>
      <vt:lpstr>Setting Environment Variables</vt:lpstr>
      <vt:lpstr>Verifying the Installation</vt:lpstr>
      <vt:lpstr>Common Issues &amp; Fixes</vt:lpstr>
      <vt:lpstr>Practice Task</vt:lpstr>
      <vt:lpstr>Summary</vt:lpstr>
      <vt:lpstr>Questions &amp; Support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vaishali Sonanis</cp:lastModifiedBy>
  <cp:revision>3</cp:revision>
  <dcterms:created xsi:type="dcterms:W3CDTF">2013-01-27T09:14:16Z</dcterms:created>
  <dcterms:modified xsi:type="dcterms:W3CDTF">2026-04-22T04:52:41Z</dcterms:modified>
  <cp:category/>
</cp:coreProperties>
</file>